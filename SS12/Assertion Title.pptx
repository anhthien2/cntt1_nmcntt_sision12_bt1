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ục mặc định" id="{8D30A578-2B07-4B61-894A-6695699E480B}">
          <p14:sldIdLst>
            <p14:sldId id="256"/>
          </p14:sldIdLst>
        </p14:section>
        <p14:section name="Mục không tiêu đề" id="{12B6368E-AD13-4C75-A19C-C095BB782ED7}">
          <p14:sldIdLst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 dirty="0"/>
              <a:t>Bấm để chỉnh sửa kiểu tiêu đề phụ của Bản cái</a:t>
            </a:r>
            <a:endParaRPr lang="vi-VN" dirty="0"/>
          </a:p>
        </p:txBody>
      </p:sp>
      <p:sp>
        <p:nvSpPr>
          <p:cNvPr id="16" name="Chỗ dành sẵn cho Ngày tháng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17" name="Chỗ dành sẵn cho Chân trang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18" name="Chỗ dành sẵn cho Số hiệu Bản chiếu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vi-VN" dirty="0"/>
              <a:t>Bấm để chỉnh sửa tiêu đề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dirty="0"/>
              <a:t>Bấm để chỉnh sửa văn bản</a:t>
            </a:r>
            <a:endParaRPr lang="vi-VN" dirty="0"/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 smtClean="0"/>
              <a:t>Bấm để chỉnh sửa văn bản</a:t>
            </a:r>
            <a:endParaRPr lang="vi-VN"/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vi-VN" smtClean="0"/>
              <a:t>Bấm để chỉnh sửa kiểu văn bản của Bản cái</a:t>
            </a:r>
            <a:endParaRPr lang="vi-VN" smtClean="0"/>
          </a:p>
          <a:p>
            <a:pPr lvl="1"/>
            <a:r>
              <a:rPr lang="vi-VN" smtClean="0"/>
              <a:t>Mức hai</a:t>
            </a:r>
            <a:endParaRPr lang="vi-VN" smtClean="0"/>
          </a:p>
          <a:p>
            <a:pPr lvl="2"/>
            <a:r>
              <a:rPr lang="vi-VN" smtClean="0"/>
              <a:t>Mức ba</a:t>
            </a:r>
            <a:endParaRPr lang="vi-VN" smtClean="0"/>
          </a:p>
          <a:p>
            <a:pPr lvl="3"/>
            <a:r>
              <a:rPr lang="vi-VN" smtClean="0"/>
              <a:t>Mức bốn</a:t>
            </a:r>
            <a:endParaRPr lang="vi-VN" smtClean="0"/>
          </a:p>
          <a:p>
            <a:pPr lvl="4"/>
            <a:r>
              <a:rPr lang="vi-VN" smtClean="0"/>
              <a:t>Mức năm</a:t>
            </a:r>
            <a:endParaRPr lang="vi-VN"/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vi-VN" smtClean="0"/>
              <a:t>Bấm để sửa kiểu tiêu đề Bản cái</a:t>
            </a:r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Hình ảnh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vi-VN" smtClean="0"/>
              <a:t>Bấm để chỉnh sửa kiểu văn bản của Bản cái</a:t>
            </a:r>
            <a:endParaRPr lang="vi-VN"/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vi-VN" smtClean="0"/>
            </a:fld>
            <a:endParaRPr lang="vi-VN" dirty="0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vi-VN" smtClean="0"/>
            </a:fld>
            <a:endParaRPr lang="vi-VN"/>
          </a:p>
        </p:txBody>
      </p:sp>
      <p:sp>
        <p:nvSpPr>
          <p:cNvPr id="9" name="Tiêu đề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vi-VN"/>
              <a:t>Bấm để sửa kiểu tiêu đề Bản cái</a:t>
            </a:r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7" name="Chỗ dành sẵn cho Nội dung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ản chiếu cuố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ỗ dành sẵn cho Ngày tháng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vi-VN" smtClean="0"/>
            </a:fld>
            <a:endParaRPr lang="vi-VN"/>
          </a:p>
        </p:txBody>
      </p:sp>
      <p:sp>
        <p:nvSpPr>
          <p:cNvPr id="2" name="Tiêu đề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vi-VN" smtClean="0"/>
              <a:t>Bấm để chỉnh sửa tiêu đề</a:t>
            </a:r>
            <a:endParaRPr lang="vi-VN"/>
          </a:p>
        </p:txBody>
      </p:sp>
      <p:sp>
        <p:nvSpPr>
          <p:cNvPr id="7" name="Chỗ dành sẵn cho Văn bản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vi-VN" dirty="0"/>
              <a:t>Bấm để sửa kiểu tiêu đề Bản cái</a:t>
            </a:r>
            <a:endParaRPr lang="vi-VN" dirty="0"/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vi-VN" dirty="0"/>
              <a:t>Bấm để chỉnh sửa kiểu văn bản của Bản cái</a:t>
            </a:r>
            <a:endParaRPr lang="vi-VN" dirty="0"/>
          </a:p>
          <a:p>
            <a:pPr lvl="1"/>
            <a:r>
              <a:rPr lang="vi-VN" dirty="0"/>
              <a:t>Mức hai</a:t>
            </a:r>
            <a:endParaRPr lang="vi-VN" dirty="0"/>
          </a:p>
          <a:p>
            <a:pPr lvl="2"/>
            <a:r>
              <a:rPr lang="vi-VN" dirty="0"/>
              <a:t>Mức ba</a:t>
            </a:r>
            <a:endParaRPr lang="vi-VN" dirty="0"/>
          </a:p>
          <a:p>
            <a:pPr lvl="3"/>
            <a:r>
              <a:rPr lang="vi-VN" dirty="0"/>
              <a:t>Mức bốn</a:t>
            </a:r>
            <a:endParaRPr lang="vi-VN" dirty="0"/>
          </a:p>
          <a:p>
            <a:pPr lvl="4"/>
            <a:r>
              <a:rPr lang="vi-VN" dirty="0"/>
              <a:t>Mức năm</a:t>
            </a:r>
            <a:endParaRPr lang="vi-VN" dirty="0"/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vi-VN" smtClean="0"/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 dirty="0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vi-VN" smtClean="0"/>
            </a:fld>
            <a:endParaRPr lang="vi-VN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2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56585" y="-518795"/>
            <a:ext cx="9799200" cy="2570400"/>
          </a:xfrm>
        </p:spPr>
        <p:txBody>
          <a:bodyPr/>
          <a:p>
            <a:r>
              <a:rPr lang="en-US" altLang="vi-VN"/>
              <a:t>Assertion Title </a:t>
            </a:r>
            <a:endParaRPr lang="en-US" alt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56585" y="3791540"/>
            <a:ext cx="9799200" cy="1472400"/>
          </a:xfrm>
        </p:spPr>
        <p:txBody>
          <a:bodyPr/>
          <a:p>
            <a:r>
              <a:rPr lang="en-US" altLang="vi-VN" sz="4000">
                <a:solidFill>
                  <a:srgbClr val="FF0000"/>
                </a:solidFill>
              </a:rPr>
              <a:t>Báo cáo doanh thu</a:t>
            </a:r>
            <a:endParaRPr lang="en-US" altLang="vi-VN" sz="4000">
              <a:solidFill>
                <a:srgbClr val="FF0000"/>
              </a:solidFill>
            </a:endParaRPr>
          </a:p>
          <a:p>
            <a:endParaRPr lang="en-US" altLang="vi-VN" sz="4000">
              <a:solidFill>
                <a:srgbClr val="FF0000"/>
              </a:solidFill>
            </a:endParaRPr>
          </a:p>
        </p:txBody>
      </p:sp>
      <p:pic>
        <p:nvPicPr>
          <p:cNvPr id="6" name="Hình ản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40" y="2397125"/>
            <a:ext cx="10731500" cy="3429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56665" y="154305"/>
            <a:ext cx="8990965" cy="2109470"/>
          </a:xfrm>
        </p:spPr>
        <p:txBody>
          <a:bodyPr>
            <a:normAutofit fontScale="90000"/>
          </a:bodyPr>
          <a:p>
            <a:r>
              <a:rPr lang="en-US" altLang="vi-VN" sz="4445"/>
              <a:t>Trong năm 2022</a:t>
            </a:r>
            <a:br>
              <a:rPr lang="en-US" altLang="vi-VN" sz="4445"/>
            </a:br>
            <a:r>
              <a:rPr lang="en-US" altLang="vi-VN" sz="4445"/>
              <a:t> vừa qua Tổng giao dịch: 641,023 - Doanh số: 97.6 tỷ VND</a:t>
            </a:r>
            <a:endParaRPr lang="en-US" altLang="vi-VN" sz="4445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56585" y="3791540"/>
            <a:ext cx="9799200" cy="1472400"/>
          </a:xfrm>
        </p:spPr>
        <p:txBody>
          <a:bodyPr/>
          <a:p>
            <a:endParaRPr lang="en-US" altLang="vi-VN" sz="4000">
              <a:solidFill>
                <a:srgbClr val="FF0000"/>
              </a:solidFill>
            </a:endParaRPr>
          </a:p>
        </p:txBody>
      </p:sp>
      <p:pic>
        <p:nvPicPr>
          <p:cNvPr id="4" name="Hình ảnh 3"/>
          <p:cNvPicPr/>
          <p:nvPr/>
        </p:nvPicPr>
        <p:blipFill>
          <a:blip r:embed="rId3"/>
          <a:stretch>
            <a:fillRect/>
          </a:stretch>
        </p:blipFill>
        <p:spPr>
          <a:xfrm>
            <a:off x="1772285" y="2884170"/>
            <a:ext cx="8634730" cy="34226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902380" y="1732280"/>
            <a:ext cx="9799200" cy="2570400"/>
          </a:xfrm>
        </p:spPr>
        <p:txBody>
          <a:bodyPr>
            <a:normAutofit/>
          </a:bodyPr>
          <a:p>
            <a:r>
              <a:rPr lang="en-US" altLang="vi-VN" sz="2220" b="1"/>
              <a:t>SỐ LIỆU CHO BIỂU </a:t>
            </a:r>
            <a:r>
              <a:rPr lang="" altLang="en-US" sz="2220" b="1"/>
              <a:t>Đ</a:t>
            </a:r>
            <a:r>
              <a:rPr lang="en-US" altLang="vi-VN" sz="2220" b="1"/>
              <a:t>Ồ TR</a:t>
            </a:r>
            <a:r>
              <a:rPr lang="en-US" altLang="en-US" sz="2220" b="1"/>
              <a:t>Ò</a:t>
            </a:r>
            <a:r>
              <a:rPr lang="en-US" altLang="vi-VN" sz="2220" b="1"/>
              <a:t>N:</a:t>
            </a:r>
            <a:br>
              <a:rPr lang="en-US" altLang="vi-VN" sz="2220" b="1"/>
            </a:br>
            <a:r>
              <a:rPr lang="en-US" altLang="vi-VN" sz="2220" b="1"/>
              <a:t>BIDV - 18.3%</a:t>
            </a:r>
            <a:br>
              <a:rPr lang="en-US" altLang="vi-VN" sz="2220" b="1"/>
            </a:br>
            <a:r>
              <a:rPr lang="en-US" altLang="vi-VN" sz="2220" b="1"/>
              <a:t>VietinBank - 15.0%</a:t>
            </a:r>
            <a:br>
              <a:rPr lang="en-US" altLang="vi-VN" sz="2220" b="1"/>
            </a:br>
            <a:r>
              <a:rPr lang="en-US" altLang="vi-VN" sz="2220" b="1"/>
              <a:t>TCB - 12.8%</a:t>
            </a:r>
            <a:br>
              <a:rPr lang="en-US" altLang="vi-VN" sz="2220" b="1"/>
            </a:br>
            <a:r>
              <a:rPr lang="en-US" altLang="vi-VN" sz="2220" b="1"/>
              <a:t>MBB - 12.5%</a:t>
            </a:r>
            <a:br>
              <a:rPr lang="en-US" altLang="vi-VN" sz="2220" b="1"/>
            </a:br>
            <a:r>
              <a:rPr lang="en-US" altLang="vi-VN" sz="2220" b="1"/>
              <a:t>ACB - 10.1%</a:t>
            </a:r>
            <a:br>
              <a:rPr lang="en-US" altLang="vi-VN" sz="2220" b="1"/>
            </a:br>
            <a:endParaRPr lang="en-US" altLang="vi-VN" sz="2220" b="1"/>
          </a:p>
        </p:txBody>
      </p:sp>
      <p:pic>
        <p:nvPicPr>
          <p:cNvPr id="4" name="Hình ảnh 3"/>
          <p:cNvPicPr/>
          <p:nvPr/>
        </p:nvPicPr>
        <p:blipFill>
          <a:blip r:embed="rId2"/>
          <a:stretch>
            <a:fillRect/>
          </a:stretch>
        </p:blipFill>
        <p:spPr>
          <a:xfrm>
            <a:off x="739140" y="0"/>
            <a:ext cx="1163320" cy="838835"/>
          </a:xfrm>
          <a:prstGeom prst="rect">
            <a:avLst/>
          </a:prstGeom>
        </p:spPr>
      </p:pic>
      <p:pic>
        <p:nvPicPr>
          <p:cNvPr id="5" name="Hình ảnh 4"/>
          <p:cNvPicPr/>
          <p:nvPr/>
        </p:nvPicPr>
        <p:blipFill>
          <a:blip r:embed="rId3"/>
          <a:stretch>
            <a:fillRect/>
          </a:stretch>
        </p:blipFill>
        <p:spPr>
          <a:xfrm>
            <a:off x="255270" y="838835"/>
            <a:ext cx="2454910" cy="996315"/>
          </a:xfrm>
          <a:prstGeom prst="rect">
            <a:avLst/>
          </a:prstGeom>
        </p:spPr>
      </p:pic>
      <p:pic>
        <p:nvPicPr>
          <p:cNvPr id="6" name="Hình ảnh 5"/>
          <p:cNvPicPr/>
          <p:nvPr/>
        </p:nvPicPr>
        <p:blipFill>
          <a:blip r:embed="rId4"/>
          <a:stretch>
            <a:fillRect/>
          </a:stretch>
        </p:blipFill>
        <p:spPr>
          <a:xfrm>
            <a:off x="255270" y="1570990"/>
            <a:ext cx="1960245" cy="2097405"/>
          </a:xfrm>
          <a:prstGeom prst="rect">
            <a:avLst/>
          </a:prstGeom>
        </p:spPr>
      </p:pic>
      <p:pic>
        <p:nvPicPr>
          <p:cNvPr id="7" name="Hình ảnh 6"/>
          <p:cNvPicPr/>
          <p:nvPr/>
        </p:nvPicPr>
        <p:blipFill>
          <a:blip r:embed="rId5"/>
          <a:stretch>
            <a:fillRect/>
          </a:stretch>
        </p:blipFill>
        <p:spPr>
          <a:xfrm>
            <a:off x="443230" y="3250565"/>
            <a:ext cx="1772285" cy="1687830"/>
          </a:xfrm>
          <a:prstGeom prst="rect">
            <a:avLst/>
          </a:prstGeom>
        </p:spPr>
      </p:pic>
      <p:pic>
        <p:nvPicPr>
          <p:cNvPr id="8" name="Hình ảnh 7"/>
          <p:cNvPicPr/>
          <p:nvPr/>
        </p:nvPicPr>
        <p:blipFill>
          <a:blip r:embed="rId6"/>
          <a:stretch>
            <a:fillRect/>
          </a:stretch>
        </p:blipFill>
        <p:spPr>
          <a:xfrm>
            <a:off x="367030" y="4695190"/>
            <a:ext cx="2454910" cy="1471930"/>
          </a:xfrm>
          <a:prstGeom prst="rect">
            <a:avLst/>
          </a:prstGeom>
        </p:spPr>
      </p:pic>
      <p:sp>
        <p:nvSpPr>
          <p:cNvPr id="10" name="Tiêu đề phụ 9"/>
          <p:cNvSpPr/>
          <p:nvPr>
            <p:ph type="subTitle" idx="1"/>
            <p:custDataLst>
              <p:tags r:id="rId7"/>
            </p:custDataLst>
          </p:nvPr>
        </p:nvSpPr>
        <p:spPr>
          <a:xfrm>
            <a:off x="3421300" y="5385390"/>
            <a:ext cx="9799200" cy="1472400"/>
          </a:xfrm>
        </p:spPr>
        <p:txBody>
          <a:bodyPr/>
          <a:p>
            <a:endParaRPr lang="vi-VN" altLang="en-US"/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56585" y="154305"/>
            <a:ext cx="9799200" cy="2570400"/>
          </a:xfrm>
        </p:spPr>
        <p:txBody>
          <a:bodyPr/>
          <a:p>
            <a:r>
              <a:rPr lang="en-US" altLang="vi-VN"/>
              <a:t>Assertion Title </a:t>
            </a:r>
            <a:endParaRPr lang="en-US" alt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56585" y="3791540"/>
            <a:ext cx="9799200" cy="1472400"/>
          </a:xfrm>
        </p:spPr>
        <p:txBody>
          <a:bodyPr/>
          <a:p>
            <a:r>
              <a:rPr lang="en-US" altLang="vi-VN" sz="4000">
                <a:solidFill>
                  <a:srgbClr val="FF0000"/>
                </a:solidFill>
              </a:rPr>
              <a:t>Báo cáo doanh thu</a:t>
            </a:r>
            <a:endParaRPr lang="en-US" altLang="vi-VN" sz="4000">
              <a:solidFill>
                <a:srgbClr val="FF0000"/>
              </a:solidFill>
            </a:endParaRPr>
          </a:p>
          <a:p>
            <a:endParaRPr lang="en-US" altLang="vi-VN" sz="4000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56585" y="154305"/>
            <a:ext cx="9799200" cy="2570400"/>
          </a:xfrm>
        </p:spPr>
        <p:txBody>
          <a:bodyPr/>
          <a:p>
            <a:r>
              <a:rPr lang="en-US" altLang="vi-VN"/>
              <a:t>Assertion Title </a:t>
            </a:r>
            <a:endParaRPr lang="en-US" altLang="vi-VN"/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56585" y="3791540"/>
            <a:ext cx="9799200" cy="1472400"/>
          </a:xfrm>
        </p:spPr>
        <p:txBody>
          <a:bodyPr/>
          <a:p>
            <a:r>
              <a:rPr lang="en-US" altLang="vi-VN" sz="4000">
                <a:solidFill>
                  <a:srgbClr val="FF0000"/>
                </a:solidFill>
              </a:rPr>
              <a:t>Báo cáo doanh thu</a:t>
            </a:r>
            <a:endParaRPr lang="en-US" altLang="vi-VN" sz="4000">
              <a:solidFill>
                <a:srgbClr val="FF0000"/>
              </a:solidFill>
            </a:endParaRPr>
          </a:p>
          <a:p>
            <a:endParaRPr lang="en-US" altLang="vi-VN" sz="4000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Presentation</Application>
  <PresentationFormat>Màn hình rộng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WPS</vt:lpstr>
      <vt:lpstr>PowerPoint 演示文稿</vt:lpstr>
      <vt:lpstr>Assertion Title </vt:lpstr>
      <vt:lpstr>Assertion Title </vt:lpstr>
      <vt:lpstr>Assertion Title </vt:lpstr>
      <vt:lpstr>Assertion Title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Assertion Title </dc:title>
  <dc:creator>SingPC</dc:creator>
  <cp:lastModifiedBy>Phuơng Linh</cp:lastModifiedBy>
  <cp:revision>1</cp:revision>
  <dcterms:created xsi:type="dcterms:W3CDTF">2026-10-26T02:38:36Z</dcterms:created>
  <dcterms:modified xsi:type="dcterms:W3CDTF">2026-10-26T02:38:36Z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1066-12.1.0.29162</vt:lpwstr>
  </property>
  <property fmtid="{D5CDD505-2E9C-101B-9397-08002B2CF9AE}" pid="3" name="ICV">
    <vt:lpwstr>48819DD390EC49E2BB5740D6A44FEDE6_11</vt:lpwstr>
  </property>
</Properties>
</file>